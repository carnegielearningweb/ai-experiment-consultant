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Zack Lee, a software engineer on the Research team at Carnegie Learning. This is joint work with April Murphy.
Today, I'll introduce AI Experiment Consultant, a prototype that helps educational software teams turn an app idea, a pain point, or a screenshot into an implementation-ready UpGrade experiment plan.
I'll start with the practical problem that motivated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UpGrade is Carnegie Learning's open-source platform for A/B testing in educational software. It helps teams run and manage experiments once they have a clear experiment plan.
But in recent onboarding work with external EdTech teams, we saw that the hard part often comes earlier. A team may have a rough idea, a pain point, or a specific interaction they want to improve, but they still need to decide what to test, where condition assignment should happen, what the conditions and metrics should be, and what needs to change in the app.
That planning step usually takes expert consultation. This project is about supporting that earlier planning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Experiment Consultant is a web-based, chat-driven consultant for educational software teams.
The input can be an idea, a pain point, or a screenshot of a page or interaction the user wants to improve. The tool asks follow-up questions, suggests possible directions, and helps turn that input into a concrete UpGrade experiment design.
The main output is an implementation-ready markdown report tailored to UpGrade, so the plan can be shared and acted on after the conversation.
The tool is intentionally human-controlled and planning-focused. It suggests options and structures the plan, but the user decides what to approve or change. It stays at the planning layer; it does not run real experiments or change client app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consultant follows six phases, but to the user it still feels like a guided chat.
First, it asks about the learning app: what it does, who uses it, and what students are trying to learn.
Second, it asks about the specific page, problem, or interaction where an experiment might happen. A screenshot can help, but the user can also describe it in text.
Third, it helps turn the starting point into a testable hypothesis. This is where it can suggest possible interventions and outcome metrics, and also offer optional related research grounding.
Fourth, it translates the approved hypothesis into a concrete UpGrade experiment design, including the decision point, conditions, and metrics.
Fifth, it can run an optional synthetic preflight simulation, using simulated participants, to show enrollment and metric outputs.
Sixth, it generates the final markdown report.
The user approves every major transition before the tool moves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demo, I want to highlight the report as the main output, not just the last step in the chat.
The conversation ends as a structured markdown report. It pulls together the hypothesis, the UpGrade experiment design, the simulation summary, and step-by-step implementation guidance.
This makes the report a shared artifact. Researchers, developers, and product teams can use it to align on the experiment design and implementation plan.
And because it's plain markdown, it can also be used by AI coding tools as a concrete spec for implementation, with a person still reviewing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make this concrete with a short demo. I'll use a fictional app called MiniMathApp — a simple math-practice app for upper-elementary and middle-school students.
The screen shows an area word problem about a rectangular garden, with a diagram, an answer box, and a "Check answer" button. The team noticed that many students get stuck or answer incorrectly on the first try.
Notice we haven't picked an intervention yet. We'll start from the current screen and the pain point, and ask the consultant to help us plan an experiment.
Let's switch to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wrap up with the current scope and future direction.
Today, this is a planning-focused MVP. It focuses on simple, concrete UpGrade experiment designs, such as one decision point with basic conditions and metrics. That's a deliberate choice for this prototype, not a limit of UpGrade.
One caveat from the demo: the synthetic preflight shows UpGrade mechanics, not evidence of learning effects.
We also haven't evaluated the tool with real teams yet. We plan to do that during Fall 2026 onboarding.
Looking ahead, an approved report could become the shared input for a human-reviewed pipeline. AI and automation could use it to draft the client-app changes, prepare the UpGrade configuration, and later support analysis, with humans reviewing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listening.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Experiment Consultant — PELE 2026</dc:title>
  <dc:subject>AI-assisted experimentation consulting for UpGrade adoption (Work-in-Progress / Demo).</dc:subject>
  <dc:creator>Created by Marp</dc:creator>
  <cp:lastModifiedBy>Created by Marp</cp:lastModifiedBy>
  <cp:revision>1</cp:revision>
  <dcterms:created xsi:type="dcterms:W3CDTF">2026-06-18T23:08:06Z</dcterms:created>
  <dcterms:modified xsi:type="dcterms:W3CDTF">2026-06-18T23:08:06Z</dcterms:modified>
</cp:coreProperties>
</file>